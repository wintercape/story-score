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417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StoryScore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StoryScore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beautiful score companion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D4A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storytelling card games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1.0  |  March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3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StoryScore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23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scoring is broken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Pen-and-paper scoring is tedious, error-prone, and slows down game night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Existing apps are either too generic (no game logic) or too complex (overwhelming UI)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premium-quality scoring app exists for storytelling card games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Players waste time arguing about math instead of enjoying the stories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417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StoryScore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StoryScore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 Score a round in 3 taps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 Automatic scoring with all game rules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 Works fully offline, no account needed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 Beautiful Celestial/Aurora theme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 Round history with undo &amp; edit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 Save &amp; resume multiple games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0" y="1828800"/>
            <a:ext cx="4114800" cy="4114800"/>
          </a:xfrm>
          <a:prstGeom prst="roundRect">
            <a:avLst>
              <a:gd name="adj" fmla="val 4444"/>
            </a:avLst>
          </a:prstGeom>
          <a:solidFill>
            <a:srgbClr val="24173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0" y="20116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4A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315200" y="30175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Passing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39319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A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7315200" y="4754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Errors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3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StoryScore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23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303520" cy="1371600"/>
          </a:xfrm>
          <a:prstGeom prst="roundRect">
            <a:avLst>
              <a:gd name="adj" fmla="val 10000"/>
            </a:avLst>
          </a:prstGeom>
          <a:solidFill>
            <a:srgbClr val="F5F3F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00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3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Scoring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storytelling card game rules built in. No manual math.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463040"/>
            <a:ext cx="5303520" cy="1371600"/>
          </a:xfrm>
          <a:prstGeom prst="roundRect">
            <a:avLst>
              <a:gd name="adj" fmla="val 10000"/>
            </a:avLst>
          </a:prstGeom>
          <a:solidFill>
            <a:srgbClr val="F5F3FA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600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3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Tap-to-Vote Entry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0" y="20574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of player cards. Tap to record each vote. Fast and intuitive.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5303520" cy="1371600"/>
          </a:xfrm>
          <a:prstGeom prst="roundRect">
            <a:avLst>
              <a:gd name="adj" fmla="val 10000"/>
            </a:avLst>
          </a:prstGeom>
          <a:solidFill>
            <a:srgbClr val="F5F3F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246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3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History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37033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View, undo, edit, or delete any round. Scores recompute automatically.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3108960"/>
            <a:ext cx="5303520" cy="1371600"/>
          </a:xfrm>
          <a:prstGeom prst="roundRect">
            <a:avLst>
              <a:gd name="adj" fmla="val 10000"/>
            </a:avLst>
          </a:prstGeom>
          <a:solidFill>
            <a:srgbClr val="F5F3FA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3246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3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Management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5120" y="37033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Save, resume, and archive multiple games. Export as JSON/CSV.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754880"/>
            <a:ext cx="5303520" cy="1371600"/>
          </a:xfrm>
          <a:prstGeom prst="roundRect">
            <a:avLst>
              <a:gd name="adj" fmla="val 10000"/>
            </a:avLst>
          </a:prstGeom>
          <a:solidFill>
            <a:srgbClr val="F5F3F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892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3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Score Modal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53492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player reaches the target, choose: End Game or Continue.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4754880"/>
            <a:ext cx="5303520" cy="1371600"/>
          </a:xfrm>
          <a:prstGeom prst="roundRect">
            <a:avLst>
              <a:gd name="adj" fmla="val 10000"/>
            </a:avLst>
          </a:prstGeom>
          <a:solidFill>
            <a:srgbClr val="F5F3FA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4892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3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Themes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75120" y="53492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extra themes via Supporter Pack: Ocean, Ember, Frost, Forest.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3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StoryScore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23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371600" y="1645920"/>
            <a:ext cx="731520" cy="731520"/>
          </a:xfrm>
          <a:prstGeom prst="ellipse">
            <a:avLst/>
          </a:prstGeom>
          <a:solidFill>
            <a:srgbClr val="5234A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6916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0" y="1737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Game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players, pick colors,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target score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645920"/>
            <a:ext cx="731520" cy="731520"/>
          </a:xfrm>
          <a:prstGeom prst="ellipse">
            <a:avLst/>
          </a:prstGeom>
          <a:solidFill>
            <a:srgbClr val="5234A0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6916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669280" y="1737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6616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Rounds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32004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Storyteller gives clue,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others vote by tapping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23760" y="1645920"/>
            <a:ext cx="731520" cy="731520"/>
          </a:xfrm>
          <a:prstGeom prst="ellipse">
            <a:avLst/>
          </a:prstGeom>
          <a:solidFill>
            <a:srgbClr val="5234A0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16916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95360" y="1737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9224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Auto-Score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2004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calculates points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 after each round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149840" y="1645920"/>
            <a:ext cx="731520" cy="731520"/>
          </a:xfrm>
          <a:prstGeom prst="ellipse">
            <a:avLst/>
          </a:prstGeom>
          <a:solidFill>
            <a:srgbClr val="5234A0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9840" y="16916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41832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Celebrate!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18320" y="32004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announced with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standings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3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StoryScore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23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Rules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515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2560320"/>
                <a:gridCol w="2468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34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Storyteller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34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 Guessers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34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34A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Clue (some guess right)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 points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 each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base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 Clue (all/none guess right)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points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 each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Fooled Bonus (always)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bonus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earn too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 per vote received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The storyteller does NOT receive bonus points for votes on the storyteller card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417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StoryScore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Direction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Celestial / Aurora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Deep purples &amp; midnight blues with gold accents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Dark mode hero (phone on table at game night)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Nunito font: warm, rounded, premium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12 distinct player colors with high contrast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4 premium theme palettes (Supporter Pack)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4343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Subtle aurora gradients and celestial textures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0" y="182880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1A1025"/>
          </a:solidFill>
          <a:ln/>
        </p:spPr>
      </p:sp>
      <p:sp>
        <p:nvSpPr>
          <p:cNvPr id="13" name="Text 11"/>
          <p:cNvSpPr/>
          <p:nvPr/>
        </p:nvSpPr>
        <p:spPr>
          <a:xfrm>
            <a:off x="7635240" y="2651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778240" y="182880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241735"/>
          </a:solidFill>
          <a:ln/>
        </p:spPr>
      </p:sp>
      <p:sp>
        <p:nvSpPr>
          <p:cNvPr id="15" name="Text 13"/>
          <p:cNvSpPr/>
          <p:nvPr/>
        </p:nvSpPr>
        <p:spPr>
          <a:xfrm>
            <a:off x="8641080" y="2651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784080" y="182880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7B68EE"/>
          </a:solidFill>
          <a:ln/>
        </p:spPr>
      </p:sp>
      <p:sp>
        <p:nvSpPr>
          <p:cNvPr id="17" name="Text 15"/>
          <p:cNvSpPr/>
          <p:nvPr/>
        </p:nvSpPr>
        <p:spPr>
          <a:xfrm>
            <a:off x="9646920" y="2651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Violet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789920" y="182880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D4A742"/>
          </a:solidFill>
          <a:ln/>
        </p:spPr>
      </p:sp>
      <p:sp>
        <p:nvSpPr>
          <p:cNvPr id="19" name="Text 17"/>
          <p:cNvSpPr/>
          <p:nvPr/>
        </p:nvSpPr>
        <p:spPr>
          <a:xfrm>
            <a:off x="10652760" y="2651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72400" y="320040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2EC4B6"/>
          </a:solidFill>
          <a:ln/>
        </p:spPr>
      </p:sp>
      <p:sp>
        <p:nvSpPr>
          <p:cNvPr id="21" name="Text 19"/>
          <p:cNvSpPr/>
          <p:nvPr/>
        </p:nvSpPr>
        <p:spPr>
          <a:xfrm>
            <a:off x="7635240" y="4023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778240" y="320040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4ADE80"/>
          </a:solidFill>
          <a:ln/>
        </p:spPr>
      </p:sp>
      <p:sp>
        <p:nvSpPr>
          <p:cNvPr id="23" name="Text 21"/>
          <p:cNvSpPr/>
          <p:nvPr/>
        </p:nvSpPr>
        <p:spPr>
          <a:xfrm>
            <a:off x="8641080" y="4023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784080" y="320040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F6B6B"/>
          </a:solidFill>
          <a:ln/>
        </p:spPr>
      </p:sp>
      <p:sp>
        <p:nvSpPr>
          <p:cNvPr id="25" name="Text 23"/>
          <p:cNvSpPr/>
          <p:nvPr/>
        </p:nvSpPr>
        <p:spPr>
          <a:xfrm>
            <a:off x="9646920" y="4023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3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StoryScore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23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Stack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515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5486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34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34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34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Flutter 3.32 / Dart 3.8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Cross-platform iOS + Android + Web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Riverpod 3.0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Compile-safe, testable, reactive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Drift (SQLite ORM)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Relational data with type-safe queries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GoRouter 17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Declarative, deep-link ready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RevenueCat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Cross-platform billing, one entitlement source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CI/CD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Actions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Format, analyze, test, build on every push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3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StoryScore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23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4114800" cy="109728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 w="25400">
            <a:solidFill>
              <a:srgbClr val="7B6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widgets, screens,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Riverpod providers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2743200"/>
            <a:ext cx="4114800" cy="109728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 w="254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3200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engine (pure Dart),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models, processors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4114800"/>
            <a:ext cx="4114800" cy="1097280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 w="25400">
            <a:solidFill>
              <a:srgbClr val="D4A7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4572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Drift/SQLite, DAOs,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SharedPreferences, export/import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468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</a:rPr>
              <a:t>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00400" y="3840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</a:rPr>
              <a:t>▼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Modules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0" y="192024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5F3F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920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34A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503920" y="192024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5F3FA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1920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34A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game_setup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149840" y="192024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5F3FA"/>
          </a:solidFill>
          <a:ln/>
        </p:spPr>
      </p:sp>
      <p:sp>
        <p:nvSpPr>
          <p:cNvPr id="22" name="Text 20"/>
          <p:cNvSpPr/>
          <p:nvPr/>
        </p:nvSpPr>
        <p:spPr>
          <a:xfrm>
            <a:off x="10149840" y="1920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34A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scoreboard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0" y="256032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5F3FA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2560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34A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round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03920" y="256032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5F3F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2560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34A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history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149840" y="256032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5F3FA"/>
          </a:solidFill>
          <a:ln/>
        </p:spPr>
      </p:sp>
      <p:sp>
        <p:nvSpPr>
          <p:cNvPr id="28" name="Text 26"/>
          <p:cNvSpPr/>
          <p:nvPr/>
        </p:nvSpPr>
        <p:spPr>
          <a:xfrm>
            <a:off x="10149840" y="2560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34A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endgame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0" y="32004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5F3FA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3200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34A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settings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503920" y="32004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5F3FA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3200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34A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onboarding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149840" y="32004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5F3FA"/>
          </a:solidFill>
          <a:ln/>
        </p:spPr>
      </p:sp>
      <p:sp>
        <p:nvSpPr>
          <p:cNvPr id="34" name="Text 32"/>
          <p:cNvSpPr/>
          <p:nvPr/>
        </p:nvSpPr>
        <p:spPr>
          <a:xfrm>
            <a:off x="10149840" y="3200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34A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premium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3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StoryScore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23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5029200" cy="2286000"/>
          </a:xfrm>
          <a:prstGeom prst="roundRect">
            <a:avLst>
              <a:gd name="adj" fmla="val 6000"/>
            </a:avLst>
          </a:prstGeom>
          <a:solidFill>
            <a:srgbClr val="F5F3F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23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core features: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games, auto scoring,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history, undo/edit,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+ light themes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371600"/>
            <a:ext cx="5029200" cy="22860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25400">
            <a:solidFill>
              <a:srgbClr val="D4A7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Supporter Pack  $3.99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75120" y="20116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extras: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color themes, celebration effects,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presets, advanced stats,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&amp; sharing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ads. No subscriptions. No data collection.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3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StoryScore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23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515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411480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34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34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34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Weaknesses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34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BG Stats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Paid+IAP+Sub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2500+ templates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Complex, expensive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 Anything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5-star rating, elegant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game logic, iOS 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Keep Score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Free+$4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UI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 history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Free+Ads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languages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 UI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234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StoryScore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4A7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Free+$3.99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C4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Game-specific + beautiful + cross-platform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entrant (no brand yet)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523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spot: Game-specific intelligence with elegant simplicity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3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StoryScore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23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Plan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0515600" cy="594360"/>
          </a:xfrm>
          <a:prstGeom prst="roundRect">
            <a:avLst>
              <a:gd name="adj" fmla="val 12308"/>
            </a:avLst>
          </a:prstGeom>
          <a:solidFill>
            <a:srgbClr val="F5F3F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630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Foundation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14630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Scaffold, theme, DB, scoring (22 tests)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0" y="14630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10515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945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Core Gameplay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21945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Setup, scoreboard, vote entry, history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0" y="219456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2926080"/>
            <a:ext cx="10515600" cy="594360"/>
          </a:xfrm>
          <a:prstGeom prst="roundRect">
            <a:avLst>
              <a:gd name="adj" fmla="val 12308"/>
            </a:avLst>
          </a:prstGeom>
          <a:solidFill>
            <a:srgbClr val="F5F3F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9260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 Sessions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292608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Save/resume, endgame, export/import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75520" y="292608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3657600"/>
            <a:ext cx="10515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6576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Polish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0" y="36576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Onboarding, settings, animations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75520" y="365760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" y="4389120"/>
            <a:ext cx="10515600" cy="594360"/>
          </a:xfrm>
          <a:prstGeom prst="roundRect">
            <a:avLst>
              <a:gd name="adj" fmla="val 12308"/>
            </a:avLst>
          </a:prstGeom>
          <a:solidFill>
            <a:srgbClr val="F5F3F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3891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Monetization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40480" y="438912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screen, themes, entitlements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0" y="438912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1520" y="5120640"/>
            <a:ext cx="10515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1206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F: Release Prep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40480" y="51206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CI/CD, docs, store materials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875520" y="51206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5F3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3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StoryScore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23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Roadmap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Multiple rulesets for similar card games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0" y="1463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Advanced player statistics &amp; insights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Achievements &amp; streaks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0" y="21031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Cloud sync for cross-device access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Web app from same Flutter codebase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27432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Localization (multiple languages)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Apple Watch / Wear OS companion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33832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Animated themes &amp; visual packs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2417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6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StoryScore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D4A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tell a story?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github.com/WinterCape/story-score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StoryScore v1.0  |  Built with Flutter  |  March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StoryScore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StoryScore - Product Presentation</dc:title>
  <dc:subject>PptxGenJS Presentation</dc:subject>
  <dc:creator>StoryScore Team</dc:creator>
  <cp:lastModifiedBy>StoryScore Team</cp:lastModifiedBy>
  <cp:revision>1</cp:revision>
  <dcterms:created xsi:type="dcterms:W3CDTF">2026-03-17T23:43:27Z</dcterms:created>
  <dcterms:modified xsi:type="dcterms:W3CDTF">2026-03-17T23:43:27Z</dcterms:modified>
</cp:coreProperties>
</file>